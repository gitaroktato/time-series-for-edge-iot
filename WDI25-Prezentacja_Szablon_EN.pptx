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9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532"/>
    <a:srgbClr val="8B19FE"/>
    <a:srgbClr val="322407"/>
    <a:srgbClr val="FEB626"/>
    <a:srgbClr val="002D1E"/>
    <a:srgbClr val="00E498"/>
    <a:srgbClr val="FE264A"/>
    <a:srgbClr val="3205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7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C98-4829-4FBD-BDBC-DC011650456A}" type="datetimeFigureOut">
              <a:rPr lang="pl-PL" smtClean="0"/>
              <a:t>07.02.2025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016BE-2B2F-4368-B3AB-21166A22D7F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753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76C565-B5D2-569E-7CC7-FB8F3CDE3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A7F4C29-947A-432A-1C75-4B9640BFA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48B372B-15E4-62F9-4CCC-2EC4BAE9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13E5-771C-46D1-BE63-841930DFDEC5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C1321EA-1F96-7C40-8FD9-25866103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2E2BEFA-0D49-92AF-2C09-B12D5C81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52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E2E871-8EE6-1194-0C87-DECC67DE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63E1B7-0956-D0E7-D3A6-3CD46220F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00710C-98B6-BF4C-27BC-3A282809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9A4E-AFA4-48CD-A5C0-D877D9C3A896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6829648-6CD0-164B-B660-67646197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A7014D-AF21-DA03-4CDB-A7010515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368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78602F-A04B-272D-FA30-E4EB0A047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9F759D-D509-7AC5-A9FD-32F0B2239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F1959D-3501-E74C-6BC3-117D76F9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4ACE-148C-4448-AAA2-A045B5688F0B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370931-8082-47B2-21C2-6ABDF8B6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4E8108B-D7E9-81C4-0169-AA09DAEA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27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3ADDC8-3351-B894-6ED5-1AB44708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D0C591-FF0F-4602-576F-6ACCD84EF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AEFF8FF-B836-E808-83DB-036A7E15C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74F41B7-9C4C-CC87-4523-89C7D015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D0C1-20C9-4115-BB04-841D0D2F55C2}" type="datetime1">
              <a:rPr lang="pl-PL" smtClean="0"/>
              <a:t>07.02.2025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73E8F8B-E859-4250-6523-EF9B9B60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8DF424B-D9D0-8EF9-7B1F-138750B6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687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4F2217-CAF5-34C9-AD7D-AC05E80E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9CDC73-E37E-B796-1A0C-9BFCD6812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D542187-74F5-59BF-7C1B-9E48101CC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3A53EB-C329-E3FB-ACEB-0DE3DCA9E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A3B401C-23C1-7152-FB32-C56F809CE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73838B4-1745-BE6C-09FA-1BA6005E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CEF0-FB13-4052-B763-15B51CD808D3}" type="datetime1">
              <a:rPr lang="pl-PL" smtClean="0"/>
              <a:t>07.02.2025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09F473A-18E8-7695-68DE-EF56BE1D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945F9DD-1785-A7D0-787D-DDB6AA81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012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95A750-EB89-F33B-5D3B-E0F632A5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2A58734-1634-9902-F541-CD38207C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50B8E-94D7-4B97-8ECB-EE3EF852AB93}" type="datetime1">
              <a:rPr lang="pl-PL" smtClean="0"/>
              <a:t>07.02.2025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186B292-F517-5B5E-2C03-7B5D8516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016C7BB-4A41-436F-DDC2-48753BFF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940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C8CDAE2-A97F-77BB-1895-35CEFB2A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480E-A9E9-4630-B538-3460B394782E}" type="datetime1">
              <a:rPr lang="pl-PL" smtClean="0"/>
              <a:t>07.02.2025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0DD1D5E-0ACC-C2EA-D55D-21934116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0CFA004-2B33-300B-2620-C446009C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140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C328FB-369D-45CE-6892-72A636AC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13754A-548F-C790-485A-3F9D6B130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E9EBBBB-F4E3-7EAF-D075-2CBAD1D0D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34CFAE9-FB52-F704-D605-C559E7D3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8ED3B-074C-4D30-80F0-40C71EDEB230}" type="datetime1">
              <a:rPr lang="pl-PL" smtClean="0"/>
              <a:t>07.02.2025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C9DAE0A-9654-325A-A2B3-6788F4CC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282A235-7E88-1A5E-8E4F-35F8961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180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F2DAA1-F07D-C577-5395-AF0F554B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67FEE95-C4B5-46E8-4161-7D2104814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0888765-FBAF-E40B-C171-96B600E1A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3A5BC27-7736-7F10-F2EA-1F6A6657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1689A-724F-4E6A-925B-D6BBB3F18E4A}" type="datetime1">
              <a:rPr lang="pl-PL" smtClean="0"/>
              <a:t>07.02.2025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D6358F-02A3-50C3-E51B-FCB9DC5C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5FB7973-D44D-AFEB-F6C9-B8690CE8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043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F40AC8-BC1E-0375-E392-35424B2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EA86EBA-0509-5623-8959-8FF763FF2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C2AD46E-C0D9-E2B6-B79D-662E8ACD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70-895A-43AB-ADD8-D05461104175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9533DA4-82A3-6513-7B43-0498F63A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74AC8B-CB5D-9AA4-C303-37000E1E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956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8BD1AF6-C5CB-0B0D-A3AE-058A00291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A542566-301E-DB9B-E20C-2EA52755F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290EA84-5B0D-4D73-41AE-7D03FEC1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4F3B-E469-454C-9F61-350981236162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70CD88-ABEE-4BC2-78EB-8F779C1E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A2F74-0B79-75B6-6A13-14B7AE0B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1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0273D49-24D8-4F2C-790E-98748D02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48BA81-2CE1-3DF4-B3A1-6195F8BB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FDFCC6-B0AD-6FDC-8938-41684FE6D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3A6F-A8EB-4716-9525-49A413611E0C}" type="datetime1">
              <a:rPr lang="pl-PL" smtClean="0"/>
              <a:t>07.02.2025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1FFA87F-4EB0-A245-A3F3-E349299B1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2B2AF0E-7334-2DC6-A9ED-82D941C46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3B253-B9B3-4787-8916-6501E3D55A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050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D03B56-C4FB-F7AC-EF60-69D15364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3130" y="6287239"/>
            <a:ext cx="542457" cy="365125"/>
          </a:xfrm>
        </p:spPr>
        <p:txBody>
          <a:bodyPr/>
          <a:lstStyle/>
          <a:p>
            <a:pPr algn="l"/>
            <a:fld id="{B353B253-B9B3-4787-8916-6501E3D55A5B}" type="slidenum">
              <a:rPr lang="pl-PL" sz="1100" smtClean="0">
                <a:solidFill>
                  <a:srgbClr val="8B19FE"/>
                </a:solidFill>
              </a:rPr>
              <a:pPr algn="l"/>
              <a:t>1</a:t>
            </a:fld>
            <a:endParaRPr lang="pl-PL" sz="1100" dirty="0">
              <a:solidFill>
                <a:srgbClr val="8B19FE"/>
              </a:solidFill>
            </a:endParaRPr>
          </a:p>
        </p:txBody>
      </p:sp>
      <p:sp>
        <p:nvSpPr>
          <p:cNvPr id="7" name="Symbol zastępczy numeru slajdu 3">
            <a:extLst>
              <a:ext uri="{FF2B5EF4-FFF2-40B4-BE49-F238E27FC236}">
                <a16:creationId xmlns:a16="http://schemas.microsoft.com/office/drawing/2014/main" id="{5B1BDBFE-EF75-A398-08C1-7231DEC289B4}"/>
              </a:ext>
            </a:extLst>
          </p:cNvPr>
          <p:cNvSpPr txBox="1">
            <a:spLocks/>
          </p:cNvSpPr>
          <p:nvPr/>
        </p:nvSpPr>
        <p:spPr>
          <a:xfrm>
            <a:off x="765587" y="6287238"/>
            <a:ext cx="4619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8B19FE"/>
                </a:solidFill>
              </a:rPr>
              <a:t>Event organized by: Academic Partners Foundation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2B7BCBF-A521-D45B-41CF-E5404411F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1450" y="0"/>
            <a:ext cx="5670548" cy="6857998"/>
          </a:xfrm>
          <a:prstGeom prst="rect">
            <a:avLst/>
          </a:prstGeom>
        </p:spPr>
      </p:pic>
      <p:sp>
        <p:nvSpPr>
          <p:cNvPr id="16" name="Tytuł 1">
            <a:extLst>
              <a:ext uri="{FF2B5EF4-FFF2-40B4-BE49-F238E27FC236}">
                <a16:creationId xmlns:a16="http://schemas.microsoft.com/office/drawing/2014/main" id="{1A09E6E6-DFC6-B045-6596-F35995119B36}"/>
              </a:ext>
            </a:extLst>
          </p:cNvPr>
          <p:cNvSpPr txBox="1">
            <a:spLocks/>
          </p:cNvSpPr>
          <p:nvPr/>
        </p:nvSpPr>
        <p:spPr>
          <a:xfrm>
            <a:off x="765587" y="604838"/>
            <a:ext cx="5755863" cy="16321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5200" dirty="0">
                <a:solidFill>
                  <a:schemeClr val="bg1"/>
                </a:solidFill>
              </a:rPr>
              <a:t>Presentation </a:t>
            </a:r>
          </a:p>
          <a:p>
            <a:pPr algn="l"/>
            <a:r>
              <a:rPr lang="pl-PL" sz="5200" dirty="0" err="1">
                <a:solidFill>
                  <a:schemeClr val="bg1"/>
                </a:solidFill>
              </a:rPr>
              <a:t>topic</a:t>
            </a:r>
            <a:endParaRPr lang="pl-PL" sz="5200" dirty="0">
              <a:solidFill>
                <a:schemeClr val="bg1"/>
              </a:solidFill>
            </a:endParaRPr>
          </a:p>
        </p:txBody>
      </p:sp>
      <p:sp>
        <p:nvSpPr>
          <p:cNvPr id="17" name="Podtytuł 2">
            <a:extLst>
              <a:ext uri="{FF2B5EF4-FFF2-40B4-BE49-F238E27FC236}">
                <a16:creationId xmlns:a16="http://schemas.microsoft.com/office/drawing/2014/main" id="{6FDE5BAE-10FC-A404-FA75-951DF7C31B73}"/>
              </a:ext>
            </a:extLst>
          </p:cNvPr>
          <p:cNvSpPr txBox="1">
            <a:spLocks/>
          </p:cNvSpPr>
          <p:nvPr/>
        </p:nvSpPr>
        <p:spPr>
          <a:xfrm>
            <a:off x="765587" y="2236952"/>
            <a:ext cx="5755863" cy="1084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l-PL" sz="2000" dirty="0" err="1">
                <a:solidFill>
                  <a:schemeClr val="bg1"/>
                </a:solidFill>
              </a:rPr>
              <a:t>Description</a:t>
            </a:r>
            <a:endParaRPr lang="pl-PL" sz="2000" dirty="0">
              <a:solidFill>
                <a:schemeClr val="bg1"/>
              </a:solidFill>
            </a:endParaRP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D30DD302-5970-0B15-F578-E3C65E3DBD9C}"/>
              </a:ext>
            </a:extLst>
          </p:cNvPr>
          <p:cNvSpPr txBox="1">
            <a:spLocks/>
          </p:cNvSpPr>
          <p:nvPr/>
        </p:nvSpPr>
        <p:spPr>
          <a:xfrm>
            <a:off x="765587" y="3321739"/>
            <a:ext cx="5755863" cy="665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800" dirty="0" err="1">
                <a:solidFill>
                  <a:srgbClr val="8B19FE"/>
                </a:solidFill>
              </a:rPr>
              <a:t>Name</a:t>
            </a:r>
            <a:r>
              <a:rPr lang="pl-PL" sz="2800" dirty="0">
                <a:solidFill>
                  <a:srgbClr val="8B19FE"/>
                </a:solidFill>
              </a:rPr>
              <a:t> and </a:t>
            </a:r>
            <a:r>
              <a:rPr lang="pl-PL" sz="2800" dirty="0" err="1">
                <a:solidFill>
                  <a:srgbClr val="8B19FE"/>
                </a:solidFill>
              </a:rPr>
              <a:t>Surname</a:t>
            </a:r>
            <a:endParaRPr lang="pl-PL" sz="2800" dirty="0">
              <a:solidFill>
                <a:srgbClr val="8B19FE"/>
              </a:solidFill>
            </a:endParaRP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2E35BE07-0B2F-6C29-4946-24225B37C7A5}"/>
              </a:ext>
            </a:extLst>
          </p:cNvPr>
          <p:cNvSpPr txBox="1">
            <a:spLocks/>
          </p:cNvSpPr>
          <p:nvPr/>
        </p:nvSpPr>
        <p:spPr>
          <a:xfrm>
            <a:off x="765587" y="3987438"/>
            <a:ext cx="5755863" cy="1977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l-PL" sz="1800" dirty="0" err="1">
                <a:solidFill>
                  <a:srgbClr val="8B19FE"/>
                </a:solidFill>
              </a:rPr>
              <a:t>Position</a:t>
            </a:r>
            <a:r>
              <a:rPr lang="pl-PL" sz="1800" dirty="0">
                <a:solidFill>
                  <a:srgbClr val="8B19FE"/>
                </a:solidFill>
              </a:rPr>
              <a:t>, Organization</a:t>
            </a:r>
          </a:p>
        </p:txBody>
      </p:sp>
    </p:spTree>
    <p:extLst>
      <p:ext uri="{BB962C8B-B14F-4D97-AF65-F5344CB8AC3E}">
        <p14:creationId xmlns:p14="http://schemas.microsoft.com/office/powerpoint/2010/main" val="46406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626EC175-14E2-76AE-17AE-6C88B6986445}"/>
              </a:ext>
            </a:extLst>
          </p:cNvPr>
          <p:cNvSpPr txBox="1">
            <a:spLocks/>
          </p:cNvSpPr>
          <p:nvPr/>
        </p:nvSpPr>
        <p:spPr>
          <a:xfrm>
            <a:off x="765587" y="604838"/>
            <a:ext cx="11112088" cy="9664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200" dirty="0" err="1">
                <a:solidFill>
                  <a:srgbClr val="1B0532"/>
                </a:solidFill>
              </a:rPr>
              <a:t>Tittle</a:t>
            </a:r>
            <a:endParaRPr lang="pl-PL" sz="5200" dirty="0">
              <a:solidFill>
                <a:srgbClr val="1B0532"/>
              </a:solidFill>
            </a:endParaRP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0E04F3B0-5510-20A5-42D9-0CF74D850952}"/>
              </a:ext>
            </a:extLst>
          </p:cNvPr>
          <p:cNvSpPr txBox="1">
            <a:spLocks/>
          </p:cNvSpPr>
          <p:nvPr/>
        </p:nvSpPr>
        <p:spPr>
          <a:xfrm>
            <a:off x="765586" y="1571254"/>
            <a:ext cx="11112087" cy="1977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000" dirty="0" err="1">
                <a:solidFill>
                  <a:srgbClr val="1B0532"/>
                </a:solidFill>
              </a:rPr>
              <a:t>Description</a:t>
            </a:r>
            <a:endParaRPr lang="pl-PL" sz="2000" dirty="0">
              <a:solidFill>
                <a:srgbClr val="1B0532"/>
              </a:solidFill>
            </a:endParaRPr>
          </a:p>
        </p:txBody>
      </p:sp>
      <p:sp>
        <p:nvSpPr>
          <p:cNvPr id="7" name="Symbol zastępczy numeru slajdu 3">
            <a:extLst>
              <a:ext uri="{FF2B5EF4-FFF2-40B4-BE49-F238E27FC236}">
                <a16:creationId xmlns:a16="http://schemas.microsoft.com/office/drawing/2014/main" id="{E60CB1F6-4AEC-9143-CC37-9972F205A90D}"/>
              </a:ext>
            </a:extLst>
          </p:cNvPr>
          <p:cNvSpPr txBox="1">
            <a:spLocks/>
          </p:cNvSpPr>
          <p:nvPr/>
        </p:nvSpPr>
        <p:spPr>
          <a:xfrm>
            <a:off x="223130" y="6287239"/>
            <a:ext cx="5424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B353B253-B9B3-4787-8916-6501E3D55A5B}" type="slidenum">
              <a:rPr lang="pl-PL" sz="1100" smtClean="0">
                <a:solidFill>
                  <a:srgbClr val="1B0532"/>
                </a:solidFill>
              </a:rPr>
              <a:pPr algn="l"/>
              <a:t>2</a:t>
            </a:fld>
            <a:endParaRPr lang="pl-PL" sz="1100" dirty="0">
              <a:solidFill>
                <a:srgbClr val="1B0532"/>
              </a:solidFill>
            </a:endParaRPr>
          </a:p>
        </p:txBody>
      </p:sp>
      <p:sp>
        <p:nvSpPr>
          <p:cNvPr id="8" name="Symbol zastępczy numeru slajdu 3">
            <a:extLst>
              <a:ext uri="{FF2B5EF4-FFF2-40B4-BE49-F238E27FC236}">
                <a16:creationId xmlns:a16="http://schemas.microsoft.com/office/drawing/2014/main" id="{10A503CB-5D3D-D9F8-5297-5A70DB54E6E1}"/>
              </a:ext>
            </a:extLst>
          </p:cNvPr>
          <p:cNvSpPr txBox="1">
            <a:spLocks/>
          </p:cNvSpPr>
          <p:nvPr/>
        </p:nvSpPr>
        <p:spPr>
          <a:xfrm>
            <a:off x="765587" y="6287238"/>
            <a:ext cx="4619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l-PL" sz="1100" dirty="0" err="1">
                <a:solidFill>
                  <a:srgbClr val="1B0532"/>
                </a:solidFill>
              </a:rPr>
              <a:t>Section</a:t>
            </a:r>
            <a:endParaRPr lang="pl-PL" sz="1100" dirty="0">
              <a:solidFill>
                <a:srgbClr val="1B05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82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D03B56-C4FB-F7AC-EF60-69D15364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3130" y="6287239"/>
            <a:ext cx="542457" cy="365125"/>
          </a:xfrm>
        </p:spPr>
        <p:txBody>
          <a:bodyPr/>
          <a:lstStyle/>
          <a:p>
            <a:pPr algn="l"/>
            <a:fld id="{B353B253-B9B3-4787-8916-6501E3D55A5B}" type="slidenum">
              <a:rPr lang="pl-PL" sz="1100" smtClean="0">
                <a:solidFill>
                  <a:srgbClr val="8B19FE"/>
                </a:solidFill>
              </a:rPr>
              <a:pPr algn="l"/>
              <a:t>3</a:t>
            </a:fld>
            <a:endParaRPr lang="pl-PL" sz="1100" dirty="0">
              <a:solidFill>
                <a:srgbClr val="8B19FE"/>
              </a:solidFill>
            </a:endParaRPr>
          </a:p>
        </p:txBody>
      </p:sp>
      <p:sp>
        <p:nvSpPr>
          <p:cNvPr id="7" name="Symbol zastępczy numeru slajdu 3">
            <a:extLst>
              <a:ext uri="{FF2B5EF4-FFF2-40B4-BE49-F238E27FC236}">
                <a16:creationId xmlns:a16="http://schemas.microsoft.com/office/drawing/2014/main" id="{5B1BDBFE-EF75-A398-08C1-7231DEC289B4}"/>
              </a:ext>
            </a:extLst>
          </p:cNvPr>
          <p:cNvSpPr txBox="1">
            <a:spLocks/>
          </p:cNvSpPr>
          <p:nvPr/>
        </p:nvSpPr>
        <p:spPr>
          <a:xfrm>
            <a:off x="765587" y="6287238"/>
            <a:ext cx="4619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8B19FE"/>
                </a:solidFill>
              </a:rPr>
              <a:t>Event organized by: Academic Partners Foundation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2B7BCBF-A521-D45B-41CF-E5404411F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1450" y="0"/>
            <a:ext cx="5670548" cy="6857998"/>
          </a:xfrm>
          <a:prstGeom prst="rect">
            <a:avLst/>
          </a:prstGeom>
        </p:spPr>
      </p:pic>
      <p:sp>
        <p:nvSpPr>
          <p:cNvPr id="5" name="Tytuł 1">
            <a:extLst>
              <a:ext uri="{FF2B5EF4-FFF2-40B4-BE49-F238E27FC236}">
                <a16:creationId xmlns:a16="http://schemas.microsoft.com/office/drawing/2014/main" id="{72208D02-9361-8464-7319-82AD552CB53D}"/>
              </a:ext>
            </a:extLst>
          </p:cNvPr>
          <p:cNvSpPr txBox="1">
            <a:spLocks/>
          </p:cNvSpPr>
          <p:nvPr/>
        </p:nvSpPr>
        <p:spPr>
          <a:xfrm>
            <a:off x="765587" y="604838"/>
            <a:ext cx="5755863" cy="16321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5200" dirty="0" err="1">
                <a:solidFill>
                  <a:srgbClr val="8B19FE"/>
                </a:solidFill>
              </a:rPr>
              <a:t>Thank</a:t>
            </a:r>
            <a:r>
              <a:rPr lang="pl-PL" sz="5200" dirty="0">
                <a:solidFill>
                  <a:srgbClr val="8B19FE"/>
                </a:solidFill>
              </a:rPr>
              <a:t> </a:t>
            </a:r>
            <a:r>
              <a:rPr lang="pl-PL" sz="5200" dirty="0" err="1">
                <a:solidFill>
                  <a:srgbClr val="8B19FE"/>
                </a:solidFill>
              </a:rPr>
              <a:t>you</a:t>
            </a:r>
            <a:r>
              <a:rPr lang="pl-PL" sz="5200" dirty="0">
                <a:solidFill>
                  <a:srgbClr val="8B19FE"/>
                </a:solidFill>
              </a:rPr>
              <a:t> for </a:t>
            </a:r>
            <a:r>
              <a:rPr lang="pl-PL" sz="5200" dirty="0" err="1">
                <a:solidFill>
                  <a:srgbClr val="8B19FE"/>
                </a:solidFill>
              </a:rPr>
              <a:t>watching</a:t>
            </a:r>
            <a:r>
              <a:rPr lang="pl-PL" sz="5200" dirty="0">
                <a:solidFill>
                  <a:srgbClr val="8B19FE"/>
                </a:solidFill>
              </a:rPr>
              <a:t>!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88E710E1-EA12-62C9-45B0-BC9A1C4EAD73}"/>
              </a:ext>
            </a:extLst>
          </p:cNvPr>
          <p:cNvSpPr txBox="1">
            <a:spLocks/>
          </p:cNvSpPr>
          <p:nvPr/>
        </p:nvSpPr>
        <p:spPr>
          <a:xfrm>
            <a:off x="765587" y="2236952"/>
            <a:ext cx="5755863" cy="1084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8B19FE"/>
                </a:solidFill>
              </a:rPr>
              <a:t>Remember to leave your questions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8B19FE"/>
                </a:solidFill>
              </a:rPr>
              <a:t>and rate the presentation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8B19FE"/>
                </a:solidFill>
              </a:rPr>
              <a:t>in the section below.</a:t>
            </a:r>
          </a:p>
        </p:txBody>
      </p:sp>
    </p:spTree>
    <p:extLst>
      <p:ext uri="{BB962C8B-B14F-4D97-AF65-F5344CB8AC3E}">
        <p14:creationId xmlns:p14="http://schemas.microsoft.com/office/powerpoint/2010/main" val="25851873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48</Words>
  <Application>Microsoft Office PowerPoint</Application>
  <PresentationFormat>Panoramiczny</PresentationFormat>
  <Paragraphs>17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Kacper MAJKUSIAK</dc:creator>
  <cp:lastModifiedBy>Kacper MAJKUSIAK</cp:lastModifiedBy>
  <cp:revision>9</cp:revision>
  <dcterms:created xsi:type="dcterms:W3CDTF">2024-09-13T09:10:31Z</dcterms:created>
  <dcterms:modified xsi:type="dcterms:W3CDTF">2025-02-07T15:48:15Z</dcterms:modified>
</cp:coreProperties>
</file>